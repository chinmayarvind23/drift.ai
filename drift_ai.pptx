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6SiVLiVKu1U9G41yybrUSUBqM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ft-ai-lime.vercel.app" TargetMode="External"/><Relationship Id="rId4" Type="http://schemas.openxmlformats.org/officeDocument/2006/relationships/hyperlink" Target="https://youtu.be/QEKu5bMjGek?si=9Du5dUPa5VSjsDP_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492240" y="0"/>
            <a:ext cx="2560320" cy="2560320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0" y="2926080"/>
            <a:ext cx="1645920" cy="1645920"/>
          </a:xfrm>
          <a:prstGeom prst="ellipse">
            <a:avLst/>
          </a:prstGeom>
          <a:solidFill>
            <a:srgbClr val="5EEAD4">
              <a:alpha val="12156"/>
            </a:srgbClr>
          </a:solidFill>
          <a:ln cap="flat" cmpd="sng" w="12700">
            <a:solidFill>
              <a:srgbClr val="5EEAD4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137160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457200" y="893856"/>
            <a:ext cx="22806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Drift.ai</a:t>
            </a:r>
            <a:endParaRPr sz="5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783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Private AI lifestyle drift audits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377440"/>
            <a:ext cx="50292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cap="flat" cmpd="sng" w="12700">
            <a:solidFill>
              <a:srgbClr val="0D948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56032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Replaces a 60-minute spreadsheet audit with 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2-minute private AI scan plus a report worth paying for.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12156"/>
            </a:srgbClr>
          </a:solidFill>
          <a:ln cap="flat" cmpd="sng" w="12700">
            <a:solidFill>
              <a:srgbClr val="0D948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Chinmay Arvind, Laeeq Ahmed | UMN | 0-1 Hackathon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2656" y="458867"/>
            <a:ext cx="1839488" cy="100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078992"/>
            <a:ext cx="2926080" cy="25603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37160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2468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average time to manually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audit spending drift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0" y="1143000"/>
            <a:ext cx="512064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794760" y="1252728"/>
            <a:ext cx="4846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📥  Download &amp; clean bank CSVs manually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0" y="1892808"/>
            <a:ext cx="512064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794760" y="2002536"/>
            <a:ext cx="4846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📊  Build spreadsheet formulas from scratch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0" y="2642616"/>
            <a:ext cx="512064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794760" y="2752344"/>
            <a:ext cx="4846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🔍  Guess which spending changes matter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0" y="3392424"/>
            <a:ext cx="512064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794760" y="3502152"/>
            <a:ext cx="4846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❓  No explanation for why spending changed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4069080"/>
            <a:ext cx="385591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Target user: </a:t>
            </a:r>
            <a:r>
              <a:rPr i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early-career professionals after a raise, move, or routine change.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They want to know where the extra money went.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289961" y="4069080"/>
            <a:ext cx="385591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Budgeting apps tell you what you spent. None explain what your spending has become.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VS. AFTER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DRIFT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74320" y="1554480"/>
            <a:ext cx="3931920" cy="402336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11480" y="159105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Export bank CSV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2020824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11480" y="205740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Clean categories manually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" y="2487168"/>
            <a:ext cx="3931920" cy="402336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1480" y="2523744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Build spreadsheet formulas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74320" y="2953512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1480" y="299008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Compare months manually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3419856"/>
            <a:ext cx="3931920" cy="402336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1480" y="345643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Guess what changed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4320" y="3886200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1480" y="392277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Write a plan manually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74320" y="4352544"/>
            <a:ext cx="3931920" cy="402336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438912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Repeat next month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DRIFT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46320" y="1554480"/>
            <a:ext cx="3931920" cy="402336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983480" y="159105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Import CSV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846320" y="2020824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983480" y="205740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Drift finds spending changes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6320" y="2487168"/>
            <a:ext cx="3931920" cy="402336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983480" y="2523744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AI asks why it changed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46320" y="2953512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983480" y="299008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Behavior tag is saved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46320" y="3419856"/>
            <a:ext cx="3931920" cy="402336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983480" y="345643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Simulate future purchase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46320" y="3886200"/>
            <a:ext cx="393192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983480" y="392277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Export private PDF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46320" y="4352544"/>
            <a:ext cx="3931920" cy="402336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983480" y="438912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Done in 2 minutes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2651760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SOLUTION: DRIFT.AI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" y="1097280"/>
            <a:ext cx="201168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05840" y="1188720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05840" y="12070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783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274320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84048" y="3127248"/>
            <a:ext cx="17922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Compares earlier vs. recent monthly averages and flags drift.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427732" y="1097280"/>
            <a:ext cx="201168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182112" y="1188720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182112" y="12070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0672" y="1783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2450592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Lab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537460" y="3127248"/>
            <a:ext cx="1792224" cy="1386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Asks why a pattern started and saves a behavior tag.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26864" y="1097280"/>
            <a:ext cx="201168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358384" y="1188720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358384" y="12070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6944" y="1783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4626864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Intercept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36592" y="3063240"/>
            <a:ext cx="17922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Tests a future purchase and marks it intentional or risky.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803136" y="1097280"/>
            <a:ext cx="2011680" cy="37490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534656" y="1188720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534656" y="12070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3216" y="17830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803136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912864" y="3127248"/>
            <a:ext cx="17922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Produces a private PDF with cited facts and a 30-day recovery path.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AI IS CORE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AI is used for behavior insight, not the financial math.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74320" y="1965960"/>
            <a:ext cx="155448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74320" y="202082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874520" y="1965960"/>
            <a:ext cx="690372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011680" y="2039112"/>
            <a:ext cx="6629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Computes Drift Score and category changes from the CSV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74320" y="2542032"/>
            <a:ext cx="155448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74320" y="259689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Interviews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874520" y="2542032"/>
            <a:ext cx="690372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011680" y="2615184"/>
            <a:ext cx="6629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Asks why the pattern started and follows up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3118104"/>
            <a:ext cx="155448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74320" y="31729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Classifies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874520" y="3118104"/>
            <a:ext cx="690372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011680" y="3191256"/>
            <a:ext cx="6629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Tags reward spending, stress convenience, habit influence, or life event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3694176"/>
            <a:ext cx="155448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374904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Writes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874520" y="3694176"/>
            <a:ext cx="690372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011680" y="3767328"/>
            <a:ext cx="6629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Generates a short recovery path from the tag and overspend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74320" y="4270248"/>
            <a:ext cx="155448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74320" y="43251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874520" y="4270248"/>
            <a:ext cx="690372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011680" y="4343400"/>
            <a:ext cx="6629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Writes a cited review grounded in scan facts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274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731520" y="4781973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Raw transactions stay in the browser. Local Qwen/Ollama runs the AI.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VALUE + WHY PAY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10972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unlock is live in the MVP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5760" y="3154680"/>
            <a:ext cx="8412480" cy="402336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32186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822960" y="3191256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60-minute manual audit becomes a 2-minute private scan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3621024"/>
            <a:ext cx="8412480" cy="402336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3685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822960" y="3657600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PDF gives cited facts, behavior insight, and a 30-day recovery path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4087368"/>
            <a:ext cx="8412480" cy="402336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4151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822960" y="4123944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transactions stay local, which matters for personal financial data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" y="4553712"/>
            <a:ext cx="8412480" cy="402336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4617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822960" y="4590288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One-time payment keeps the ask simple and low friction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MVP / VALIDATION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74320" y="109728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1051560" y="128016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Working MVP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184708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CSV import, Drift Score, Pattern Lab, Intercept, PDF export, email, and Stripe all working.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17720" y="1171109"/>
            <a:ext cx="4069080" cy="161781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617720" y="109728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5394960" y="128016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$Payment Ready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800600" y="184708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Stripe checkout is live for report unlock and ready for payments.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74320" y="3063240"/>
            <a:ext cx="416052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74320" y="3063240"/>
            <a:ext cx="41605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291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1051560" y="324612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Early User Interest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381304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Got user interest results of 3 people from different backgrounds (finance, tech, product engineering). Positive interest in privacy and behavior insight.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s response chart. Question title: Would you pay $1 to unlock/export a private report like this from your own data?. Number of responses: 3 responses." id="187" name="Google Shape;18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8264" y="2971800"/>
            <a:ext cx="4434838" cy="195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02920" y="6419088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Live app: drift-ai-lime.vercel.app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2836650" y="2127900"/>
            <a:ext cx="34707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chemeClr val="hlink"/>
                </a:solidFill>
                <a:hlinkClick r:id="rId4"/>
              </a:rPr>
              <a:t>Link To Demo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2026-04-14T10:31:13Z</dcterms:created>
  <dc:creator>PptxGenJS</dc:creator>
</cp:coreProperties>
</file>