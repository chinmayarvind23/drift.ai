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2" r:id="rId6"/>
    <p:sldId id="264" r:id="rId7"/>
    <p:sldId id="265" r:id="rId8"/>
    <p:sldId id="266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559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rift-ai-lime.vercel.app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92240" y="0"/>
            <a:ext cx="2560320" cy="256032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0" y="2926080"/>
            <a:ext cx="1645920" cy="1645920"/>
          </a:xfrm>
          <a:prstGeom prst="ellipse">
            <a:avLst/>
          </a:prstGeom>
          <a:solidFill>
            <a:srgbClr val="5EEAD4">
              <a:alpha val="12000"/>
            </a:srgbClr>
          </a:solidFill>
          <a:ln w="12700">
            <a:solidFill>
              <a:srgbClr val="5EEAD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371600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93856"/>
            <a:ext cx="2280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Drift.ai</a:t>
            </a:r>
            <a:endParaRPr lang="en-US" sz="5600" dirty="0">
              <a:solidFill>
                <a:schemeClr val="accent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AI lifestyle drift audits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50292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2560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 60-minute spreadsheet audit with 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private AI scan plus a report worth paying for.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Chinmay Arvind, Laeeq Ahmed | UMN | 0-1 Hackathon 2026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8D02E19-E63F-4A4E-B1F9-F4380D29BD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656" y="458867"/>
            <a:ext cx="1839488" cy="10041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78992"/>
            <a:ext cx="2926080" cy="256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2468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manually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spending drift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0" y="1143000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94760" y="125272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Download &amp; clean bank CSVs manually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1892808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94760" y="20025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Build spreadsheet formulas from scratch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2642616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275234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Guess which spending changes matter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0" y="3392424"/>
            <a:ext cx="5120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94760" y="35021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No explanation for why spending changed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4069080"/>
            <a:ext cx="38559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user: </a:t>
            </a:r>
            <a:r>
              <a:rPr lang="en-US" sz="14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early-career professionals after a raise, move, or routine change.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want to know where the extra money went.</a:t>
            </a:r>
            <a:endParaRPr lang="en-US" sz="14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627CBF6-B8CE-42F2-C6CD-42D7FFE0BAA0}"/>
              </a:ext>
            </a:extLst>
          </p:cNvPr>
          <p:cNvSpPr/>
          <p:nvPr/>
        </p:nvSpPr>
        <p:spPr>
          <a:xfrm>
            <a:off x="4289961" y="4069080"/>
            <a:ext cx="38559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apps tell you what you spent. None explain what your spending has become.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DRIFT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59105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Export bank CSV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2020824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Clean categories manually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87168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5237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 spreadsheet formulas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953512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990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Compare months manually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419856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Guess what changed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3886200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9227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Write a plan manually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74320" y="4352544"/>
            <a:ext cx="3931920" cy="402336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4389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Repeat next month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DRIFT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46320" y="1554480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59105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Import CSV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2020824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83480" y="2057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Drift finds spending changes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46320" y="2487168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83480" y="25237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asks why it changed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846320" y="2953512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83480" y="2990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Behavior tag is saved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846320" y="3419856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8348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Simulate future purchase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83480" y="39227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private PDF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846320" y="4352544"/>
            <a:ext cx="393192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83480" y="4389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Done in 2 minutes</a:t>
            </a:r>
            <a:endParaRPr lang="en-US" sz="125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65176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DRIFT.AI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84048" y="3127248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earlier vs. recent monthly averages and flags drift.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427732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182112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182112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783080"/>
            <a:ext cx="731520" cy="731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50592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Lab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537460" y="3127248"/>
            <a:ext cx="1792224" cy="138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why a pattern started and saves a behavior tag.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626864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5358384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358384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783080"/>
            <a:ext cx="731520" cy="7315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26864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736592" y="3063240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 future purchase and marks it intentional or risky.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803136" y="1097280"/>
            <a:ext cx="201168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534656" y="11887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7534656" y="1207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1783080"/>
            <a:ext cx="731520" cy="7315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03136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912864" y="3127248"/>
            <a:ext cx="1792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private PDF with cited facts and a 30-day recovery path.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CORE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used for behavior insight, not the financial math.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965960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20208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74520" y="1965960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11680" y="2039112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Drift Score and category changes from the CSV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2542032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596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Interviews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2542032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11680" y="261518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why the pattern started and follows up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118104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3172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74520" y="3118104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11680" y="3191256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reward spending, stress convenience, habit influence, or life event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3694176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011680" y="3767328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short recovery path from the tag and overspend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" y="4270248"/>
            <a:ext cx="155448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32511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874520" y="4270248"/>
            <a:ext cx="690372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011680" y="4343400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cited review grounded in scan facts</a:t>
            </a:r>
            <a:endParaRPr lang="en-US" sz="125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727448"/>
            <a:ext cx="365760" cy="3657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" y="4781973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transactions stay in the browser. Local Qwen/Ollama runs the AI.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+ WHY PAY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09728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unlock is live in the MVP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365760" y="3154680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2186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319125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60-minute manual audit becomes a 2-minute private scan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365760" y="3621024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68503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6576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 gives cited facts, behavior insight, and a 30-day recovery path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365760" y="4087368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151376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2960" y="412394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transactions stay local, which matters for personal financial data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365760" y="4553712"/>
            <a:ext cx="8412480" cy="402336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617720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22960" y="459028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payment keeps the ask simple and low friction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/ VALIDATION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605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28016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184708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import, Drift Score, Pattern Lab, Intercept, PDF export, email, and Stripe all working.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17720" y="1171109"/>
            <a:ext cx="4069080" cy="16178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617720" y="1097280"/>
            <a:ext cx="41605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3258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94960" y="128016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$Payment Ready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800600" y="184708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is live for report unlock and ready for payments.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274320" y="30632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274320" y="3063240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918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51560" y="32461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User Interest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57200" y="381304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 user interest results of 3 people from different backgrounds (finance, tech, product engineering). Positive interest in privacy and behavior insight.</a:t>
            </a:r>
            <a:endParaRPr lang="en-US" sz="1200" dirty="0"/>
          </a:p>
        </p:txBody>
      </p:sp>
      <p:pic>
        <p:nvPicPr>
          <p:cNvPr id="1026" name="Picture 2" descr="Forms response chart. Question title: Would you pay $1 to unlock/export a private report like this from your own data?. Number of responses: 3 responses.">
            <a:extLst>
              <a:ext uri="{FF2B5EF4-FFF2-40B4-BE49-F238E27FC236}">
                <a16:creationId xmlns:a16="http://schemas.microsoft.com/office/drawing/2014/main" id="{AE927206-CA24-D5D0-9D44-59129F3C3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8264" y="2971800"/>
            <a:ext cx="4434838" cy="1956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91440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138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A1628"/>
                </a:solidFill>
                <a:latin typeface="Aptos"/>
                <a:hlinkClick r:id="rId2"/>
              </a:rPr>
              <a:t>Live app: drift-ai-lime.vercel.app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473</Words>
  <Application>Microsoft Office PowerPoint</Application>
  <PresentationFormat>On-screen Show (16:9)</PresentationFormat>
  <Paragraphs>82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Drift.ai — Hackathon Pitch</dc:title>
  <dc:subject>PptxGenJS Presentation</dc:subject>
  <dc:creator>PptxGenJS</dc:creator>
  <cp:lastModifiedBy>carvind@student.ubc.ca</cp:lastModifiedBy>
  <cp:revision>55</cp:revision>
  <dcterms:created xsi:type="dcterms:W3CDTF">2026-04-14T10:31:13Z</dcterms:created>
  <dcterms:modified xsi:type="dcterms:W3CDTF">2026-04-14T20:21:23Z</dcterms:modified>
</cp:coreProperties>
</file>