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9" r:id="rId4"/>
    <p:sldId id="260" r:id="rId5"/>
    <p:sldId id="262" r:id="rId6"/>
    <p:sldId id="264" r:id="rId7"/>
    <p:sldId id="265" r:id="rId8"/>
    <p:sldId id="266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10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25593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drift-ai-lime.vercel.app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492240" y="0"/>
            <a:ext cx="2560320" cy="2560320"/>
          </a:xfrm>
          <a:prstGeom prst="ellipse">
            <a:avLst/>
          </a:prstGeom>
          <a:solidFill>
            <a:srgbClr val="0D9488">
              <a:alpha val="18000"/>
            </a:srgbClr>
          </a:solidFill>
          <a:ln w="12700">
            <a:solidFill>
              <a:srgbClr val="0D9488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0" y="2926080"/>
            <a:ext cx="1645920" cy="1645920"/>
          </a:xfrm>
          <a:prstGeom prst="ellipse">
            <a:avLst/>
          </a:prstGeom>
          <a:solidFill>
            <a:srgbClr val="5EEAD4">
              <a:alpha val="12000"/>
            </a:srgbClr>
          </a:solidFill>
          <a:ln w="12700">
            <a:solidFill>
              <a:srgbClr val="5EEAD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371600"/>
            <a:ext cx="1280160" cy="1280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893856"/>
            <a:ext cx="2280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Drift.ai</a:t>
            </a:r>
            <a:endParaRPr lang="en-US" sz="5600" dirty="0">
              <a:solidFill>
                <a:schemeClr val="accent1"/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457200" y="17830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AI lifestyle drift audits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2377440"/>
            <a:ext cx="5029200" cy="36576"/>
          </a:xfrm>
          <a:prstGeom prst="rect">
            <a:avLst/>
          </a:prstGeom>
          <a:solidFill>
            <a:srgbClr val="0D9488">
              <a:alpha val="60000"/>
            </a:srgbClr>
          </a:solidFill>
          <a:ln w="12700">
            <a:solidFill>
              <a:srgbClr val="0D9488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57200" y="25603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a 60-minute spreadsheet audit with a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2-minute private AI scan plus a report worth paying for.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Chinmay Arvind, Laeeq Ahmed | UMN | 0-1 Hackathon 2026</a:t>
            </a:r>
            <a:endParaRPr lang="en-US" sz="12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8D02E19-E63F-4A4E-B1F9-F4380D29BD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2656" y="458867"/>
            <a:ext cx="1839488" cy="10041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78992"/>
            <a:ext cx="2926080" cy="25603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3716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365760" y="2468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time to manually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spending drift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0" y="1143000"/>
            <a:ext cx="51206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794760" y="1252728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📥  Download &amp; clean bank CSVs manually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0" y="1892808"/>
            <a:ext cx="51206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794760" y="200253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Build spreadsheet formulas from scratch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0" y="2642616"/>
            <a:ext cx="51206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794760" y="275234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Guess which spending changes matter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0" y="3392424"/>
            <a:ext cx="51206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794760" y="350215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❓  No explanation for why spending changed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5760" y="4069080"/>
            <a:ext cx="38559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user: </a:t>
            </a:r>
            <a:r>
              <a:rPr lang="en-US" sz="14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early-career professionals after a raise, move, or routine change.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want to know where the extra money went.</a:t>
            </a:r>
            <a:endParaRPr lang="en-US" sz="1400" dirty="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F627CBF6-B8CE-42F2-C6CD-42D7FFE0BAA0}"/>
              </a:ext>
            </a:extLst>
          </p:cNvPr>
          <p:cNvSpPr/>
          <p:nvPr/>
        </p:nvSpPr>
        <p:spPr>
          <a:xfrm>
            <a:off x="4289961" y="4069080"/>
            <a:ext cx="38559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Budgeting apps tell you what you spent. None explain what your spending has become.</a:t>
            </a:r>
            <a:endParaRPr lang="en-US" sz="1400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VS. AFTER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3931920" cy="4572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10058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DRIFT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74320" y="1554480"/>
            <a:ext cx="3931920" cy="402336"/>
          </a:xfrm>
          <a:prstGeom prst="rect">
            <a:avLst/>
          </a:prstGeom>
          <a:solidFill>
            <a:srgbClr val="FEF2F2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59105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Export bank CSV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74320" y="2020824"/>
            <a:ext cx="3931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205740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Clean categories manually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74320" y="2487168"/>
            <a:ext cx="3931920" cy="402336"/>
          </a:xfrm>
          <a:prstGeom prst="rect">
            <a:avLst/>
          </a:prstGeom>
          <a:solidFill>
            <a:srgbClr val="FEF2F2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1480" y="252374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Build spreadsheet formulas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74320" y="2953512"/>
            <a:ext cx="3931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11480" y="299008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Compare months manually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74320" y="3419856"/>
            <a:ext cx="3931920" cy="402336"/>
          </a:xfrm>
          <a:prstGeom prst="rect">
            <a:avLst/>
          </a:prstGeom>
          <a:solidFill>
            <a:srgbClr val="FEF2F2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" y="345643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Guess what changed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74320" y="3886200"/>
            <a:ext cx="3931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11480" y="392277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Write a plan manually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274320" y="4352544"/>
            <a:ext cx="3931920" cy="402336"/>
          </a:xfrm>
          <a:prstGeom prst="rect">
            <a:avLst/>
          </a:prstGeom>
          <a:solidFill>
            <a:srgbClr val="FEF2F2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11480" y="43891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Repeat next month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846320" y="1005840"/>
            <a:ext cx="393192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46320" y="10058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DRIFT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846320" y="1554480"/>
            <a:ext cx="3931920" cy="402336"/>
          </a:xfrm>
          <a:prstGeom prst="rect">
            <a:avLst/>
          </a:prstGeom>
          <a:solidFill>
            <a:srgbClr val="F0FDFA"/>
          </a:solidFill>
          <a:ln w="6350">
            <a:solidFill>
              <a:srgbClr val="99F6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983480" y="159105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Import CSV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846320" y="2020824"/>
            <a:ext cx="3931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99F6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983480" y="205740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Drift finds spending changes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846320" y="2487168"/>
            <a:ext cx="3931920" cy="402336"/>
          </a:xfrm>
          <a:prstGeom prst="rect">
            <a:avLst/>
          </a:prstGeom>
          <a:solidFill>
            <a:srgbClr val="F0FDFA"/>
          </a:solidFill>
          <a:ln w="6350">
            <a:solidFill>
              <a:srgbClr val="99F6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983480" y="252374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 asks why it changed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846320" y="2953512"/>
            <a:ext cx="3931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99F6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983480" y="299008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Behavior tag is saved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846320" y="3419856"/>
            <a:ext cx="3931920" cy="402336"/>
          </a:xfrm>
          <a:prstGeom prst="rect">
            <a:avLst/>
          </a:prstGeom>
          <a:solidFill>
            <a:srgbClr val="F0FDFA"/>
          </a:solidFill>
          <a:ln w="6350">
            <a:solidFill>
              <a:srgbClr val="99F6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983480" y="345643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Simulate future purchase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846320" y="3886200"/>
            <a:ext cx="3931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99F6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983480" y="392277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Export private PDF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846320" y="4352544"/>
            <a:ext cx="3931920" cy="402336"/>
          </a:xfrm>
          <a:prstGeom prst="rect">
            <a:avLst/>
          </a:prstGeom>
          <a:solidFill>
            <a:srgbClr val="F0FDFA"/>
          </a:solidFill>
          <a:ln w="6350">
            <a:solidFill>
              <a:srgbClr val="99F6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983480" y="43891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Done in 2 minutes</a:t>
            </a:r>
            <a:endParaRPr lang="en-US" sz="1250" dirty="0"/>
          </a:p>
        </p:txBody>
      </p:sp>
      <p:pic>
        <p:nvPicPr>
          <p:cNvPr id="3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265176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SOLUTION: DRIFT.AI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011680" cy="374904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5840" y="1188720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2070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83080"/>
            <a:ext cx="731520" cy="7315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" y="26517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384048" y="3127248"/>
            <a:ext cx="17922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Compares earlier vs. recent monthly averages and flags drift.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427732" y="1097280"/>
            <a:ext cx="2011680" cy="374904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3182112" y="1188720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182112" y="12070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0672" y="1783080"/>
            <a:ext cx="731520" cy="7315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450592" y="26517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Lab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2537460" y="3127248"/>
            <a:ext cx="1792224" cy="1386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why a pattern started and saves a behavior tag.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4626864" y="1097280"/>
            <a:ext cx="2011680" cy="374904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7" name="Shape 13"/>
          <p:cNvSpPr/>
          <p:nvPr/>
        </p:nvSpPr>
        <p:spPr>
          <a:xfrm>
            <a:off x="5358384" y="1188720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5358384" y="12070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1783080"/>
            <a:ext cx="731520" cy="7315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626864" y="26517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4736592" y="3063240"/>
            <a:ext cx="17922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 future purchase and marks it intentional or risky.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803136" y="1097280"/>
            <a:ext cx="2011680" cy="374904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7534656" y="1188720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9"/>
          <p:cNvSpPr/>
          <p:nvPr/>
        </p:nvSpPr>
        <p:spPr>
          <a:xfrm>
            <a:off x="7534656" y="12070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3216" y="1783080"/>
            <a:ext cx="731520" cy="7315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803136" y="26517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6912864" y="3127248"/>
            <a:ext cx="17922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a private PDF with cited facts and a 30-day recovery path.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AI IS CORE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used for behavior insight, not the financial math.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" y="1965960"/>
            <a:ext cx="155448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202082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74520" y="1965960"/>
            <a:ext cx="690372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011680" y="2039112"/>
            <a:ext cx="6629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Computes Drift Score and category changes from the CSV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4320" y="2542032"/>
            <a:ext cx="155448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" y="259689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Interviews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874520" y="2542032"/>
            <a:ext cx="690372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011680" y="2615184"/>
            <a:ext cx="6629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why the pattern started and follows up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4320" y="3118104"/>
            <a:ext cx="155448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74320" y="3172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Classifies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874520" y="3118104"/>
            <a:ext cx="690372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011680" y="3191256"/>
            <a:ext cx="6629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reward spending, stress convenience, habit influence, or life event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74320" y="3694176"/>
            <a:ext cx="155448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74320" y="37490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Writes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874520" y="3694176"/>
            <a:ext cx="690372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011680" y="3767328"/>
            <a:ext cx="6629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short recovery path from the tag and overspend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274320" y="4270248"/>
            <a:ext cx="155448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74320" y="432511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Reports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874520" y="4270248"/>
            <a:ext cx="690372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011680" y="4343400"/>
            <a:ext cx="6629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 cited review grounded in scan facts</a:t>
            </a:r>
            <a:endParaRPr lang="en-US" sz="1250" dirty="0"/>
          </a:p>
        </p:txBody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727448"/>
            <a:ext cx="365760" cy="36576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31520" y="4781973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transactions stay in the browser. Local Qwen/Ollama runs the AI.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+ WHY PAY</a:t>
            </a:r>
            <a:endParaRPr lang="en-US" sz="2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1097280"/>
            <a:ext cx="1280160" cy="1280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unlock is live in the MVP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365760" y="3154680"/>
            <a:ext cx="8412480" cy="402336"/>
          </a:xfrm>
          <a:prstGeom prst="rect">
            <a:avLst/>
          </a:prstGeom>
          <a:solidFill>
            <a:srgbClr val="1E293B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3218688"/>
            <a:ext cx="256032" cy="25603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2960" y="319125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60-minute manual audit becomes a 2-minute private scan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365760" y="3621024"/>
            <a:ext cx="8412480" cy="402336"/>
          </a:xfrm>
          <a:prstGeom prst="rect">
            <a:avLst/>
          </a:prstGeom>
          <a:solidFill>
            <a:srgbClr val="1E293B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3685032"/>
            <a:ext cx="256032" cy="25603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22960" y="365760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PDF gives cited facts, behavior insight, and a 30-day recovery path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365760" y="4087368"/>
            <a:ext cx="8412480" cy="402336"/>
          </a:xfrm>
          <a:prstGeom prst="rect">
            <a:avLst/>
          </a:prstGeom>
          <a:solidFill>
            <a:srgbClr val="1E293B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4151376"/>
            <a:ext cx="256032" cy="25603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22960" y="4123944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transactions stay local, which matters for personal financial data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365760" y="4553712"/>
            <a:ext cx="8412480" cy="402336"/>
          </a:xfrm>
          <a:prstGeom prst="rect">
            <a:avLst/>
          </a:prstGeom>
          <a:solidFill>
            <a:srgbClr val="1E293B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4617720"/>
            <a:ext cx="256032" cy="25603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822960" y="459028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payment keeps the ask simple and low friction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MVP / VALIDATION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416052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128016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MVP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200" y="1847088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import, Drift Score, Pattern Lab, Intercept, PDF export, email, and Stripe all working.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617720" y="1171109"/>
            <a:ext cx="4069080" cy="161781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4617720" y="1097280"/>
            <a:ext cx="416052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325880"/>
            <a:ext cx="502920" cy="5029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394960" y="128016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$Payment Ready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4800600" y="1847088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checkout is live for report unlock and ready for payments.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274320" y="306324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274320" y="3063240"/>
            <a:ext cx="416052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291840"/>
            <a:ext cx="502920" cy="5029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051560" y="324612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User Interest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457200" y="3813048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 user interest results of 3 people. Positive interest in privacy and behavior insight.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ptos"/>
              </a:rPr>
              <a:t>DEMO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9144000" cy="502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8138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0A1628"/>
                </a:solidFill>
                <a:latin typeface="Aptos"/>
                <a:hlinkClick r:id="rId2"/>
              </a:rPr>
              <a:t>Live app: drift-ai-lime.vercel.app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463</Words>
  <Application>Microsoft Office PowerPoint</Application>
  <PresentationFormat>On-screen Show (16:9)</PresentationFormat>
  <Paragraphs>82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Drift.ai — Hackathon Pitch</dc:title>
  <dc:subject>PptxGenJS Presentation</dc:subject>
  <dc:creator>PptxGenJS</dc:creator>
  <cp:lastModifiedBy>carvind@student.ubc.ca</cp:lastModifiedBy>
  <cp:revision>54</cp:revision>
  <dcterms:created xsi:type="dcterms:W3CDTF">2026-04-14T10:31:13Z</dcterms:created>
  <dcterms:modified xsi:type="dcterms:W3CDTF">2026-04-14T20:12:42Z</dcterms:modified>
</cp:coreProperties>
</file>